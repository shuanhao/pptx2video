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first paragraph of a long note for page one.</a:t>
            </a:r>
          </a:p>
          <a:p/>
          <a:p>
            <a:r>
              <a:t>This is the third paragraph with more detail and a second line of content for page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opening paragraph for page two.</a:t>
            </a:r>
          </a:p>
          <a:p>
            <a:r>
              <a:t>This is a second paragraph for page two with extra detail.</a:t>
            </a:r>
          </a:p>
          <a:p/>
          <a:p>
            <a:r>
              <a:t>This is the final paragraph for page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first paragraph of a long note for page three.</a:t>
            </a:r>
          </a:p>
          <a:p/>
          <a:p>
            <a:r>
              <a:t>This is the third paragraph with even more detail for page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Cover 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Page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Page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Page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Thanks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Q&amp;A / 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