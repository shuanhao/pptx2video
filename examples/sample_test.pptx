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這一段我想先講一個很簡單的概念，因為這個例子本來就是為了讓我們看見，真的有可能把簡報內容變成一段很自然的演講稿。</a:t>
            </a:r>
          </a:p>
          <a:p>
            <a:r>
              <a:t>我會用一個英文單字 example，然後配上一句 Hello World，讓它看起來更貼近你平常在做簡報時，會自然說出來的內容。</a:t>
            </a:r>
          </a:p>
          <a:p/>
          <a:p>
            <a:r>
              <a:t>接下來這一段會換很多行，包含中文描述、English phrase，還有一些比較長的敘述，這樣才比較像我們在現場講話時的節奏。</a:t>
            </a:r>
          </a:p>
          <a:p>
            <a:r>
              <a:t>例如：這裡要測試 line break、paragraph break，還有一段非常長的內容，因為講稿如果太短，聽起來就不太像真的在演講。</a:t>
            </a:r>
          </a:p>
          <a:p>
            <a:r>
              <a:t>我希望這個 parser 在讀取時，能夠正確保留換行與空白行，並且不會把中英文混在一起的內容吃掉，這樣後面才有辦法變成自然的語音。</a:t>
            </a:r>
          </a:p>
          <a:p/>
          <a:p>
            <a:r>
              <a:t>最後再補一段更完整的內容，像是 product demo、AI workflow、next step 這種混合語境的說明，這樣聽起來就更像一位講者在說明他正在做的事情。</a:t>
            </a:r>
          </a:p>
          <a:p>
            <a:r>
              <a:t>如果你在做正式簡報，這種內容就很像是講者自己準備的口語稿，會比較容易被 TTS 讀得自然。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這一頁是另一個較長的示範，內容會包含更多中文段落，並且夾雜一些英文單字，例如 API、UI、workflow、token。</a:t>
            </a:r>
          </a:p>
          <a:p>
            <a:r>
              <a:t>我們希望測試在多段落中，是否能正確保留換行、空白行，以及不同語系混排時的順序，因為這些細節會直接影響你之後的語音呈現。</a:t>
            </a:r>
          </a:p>
          <a:p/>
          <a:p>
            <a:r>
              <a:t>這裡也可以放一段更長的內容，像是我們在現場講解一個產品時，會自然說出來的話。</a:t>
            </a:r>
          </a:p>
          <a:p>
            <a:r>
              <a:t>第一行：這是一個很長的說明，目的是讓你看見如何在 notes 裡面編排長文，這樣講的時候才不會一口氣講太快。</a:t>
            </a:r>
          </a:p>
          <a:p>
            <a:r>
              <a:t>第二行：這裡又加入了英文縮寫 like MVP、beta release、demo version，這種混合語彙其實很常出現在真實簡報裡。</a:t>
            </a:r>
          </a:p>
          <a:p>
            <a:r>
              <a:t>第三行：我們也想確認是否可以同時處理中文與英文，像是 AI model、cloud service、real-time update，這些詞彙都很容易出現在現場說明裡。</a:t>
            </a:r>
          </a:p>
          <a:p/>
          <a:p>
            <a:r>
              <a:t>最後再加上一個更長的結尾，像是：</a:t>
            </a:r>
          </a:p>
          <a:p>
            <a:r>
              <a:t>這是為了驗證 notes 在多行與多段落時，是否仍然能保持原始格式，並且不會被誤刪除空白行，因為這對於後續生成語音來說真的很重要。</a:t>
            </a:r>
          </a:p>
          <a:p>
            <a:r>
              <a:t>如果你把這種內容直接拿去做 TTS，聽起來就會很像一段真正的講稿，而不是一堆機械化的文字。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這是第三頁的測試內容，特別強調長篇筆記與中英混排的效果，因為這正是很多講者在現場最常遇到的情況。</a:t>
            </a:r>
          </a:p>
          <a:p>
            <a:r>
              <a:t>例如：這裡有一個英文名詞 design system，還有中文解釋，讓整段內容更接近實際簡報使用情境，也更容易讓人理解。</a:t>
            </a:r>
          </a:p>
          <a:p/>
          <a:p>
            <a:r>
              <a:t>我們也可以再加一些較長的句子，像是：</a:t>
            </a:r>
          </a:p>
          <a:p>
            <a:r>
              <a:t>In this section, we want to verify whether the parser can preserve multiple lines and blank lines correctly, so the final speech sounds natural and not robotic.</a:t>
            </a:r>
          </a:p>
          <a:p>
            <a:r>
              <a:t>同時也要確認中文詞彙與英文單字之間的相對位置，像是 feature、summary、analysis、結論，這些其實都很常出現在正式演講裡。</a:t>
            </a:r>
          </a:p>
          <a:p/>
          <a:p>
            <a:r>
              <a:t>最後一段則是用來測試更長的排版空間，包含很多行、很多段落、還有一些中英文夾雜的內容，例如：</a:t>
            </a:r>
          </a:p>
          <a:p>
            <a:r>
              <a:t>iteration plan, review notes, follow-up action, 後續要追蹤的項目，還有一個小小的提醒：不要漏掉任何一個重要細節。</a:t>
            </a:r>
          </a:p>
          <a:p>
            <a:r>
              <a:t>這種寫法對於後續生成語音也會很有幫助，因為它更像一份可直接唸出的講稿，而不是一堆生硬的文字。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Cover Page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Cover Page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Page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Page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Page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Page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Page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Page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 / 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Q&amp;A / Thanks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